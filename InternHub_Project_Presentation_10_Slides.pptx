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InternHub</a:t>
            </a:r>
          </a:p>
          <a:p>
            <a:pPr>
              <a:spcBef>
                <a:spcPts val="600"/>
              </a:spcBef>
              <a:defRPr sz="2600" b="1">
                <a:solidFill>
                  <a:srgbClr val="93C5FD"/>
                </a:solidFill>
              </a:defRPr>
            </a:pPr>
            <a:r>
              <a:t>College Internship Management System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A simple web portal for students to find internships and track applications online.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493776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STUDENT DETAILS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HISANA HAMZA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Reg. No: MEA25MCA-2010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Master of Computer Applications (MCA)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840480"/>
            <a:ext cx="493776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GUIDE &amp; INSTITUTION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Guide: Mr. Adil Narakkoden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Assistant Professor, Dept. of Computer Applications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MEA Engineering College, Perinthalmanna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APJ Abdul Kalam Technological University (KTU)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2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What is InternHub and why was it created?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600" b="1">
                <a:solidFill>
                  <a:srgbClr val="1F3C88"/>
                </a:solidFill>
              </a:defRPr>
            </a:pPr>
            <a:r>
              <a:t>💡 What is InternHub?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A Centralized Website: InternHub is an easy-to-use web application built for college students and placement coordinators.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One Single Platform: It brings all available internship openings into one organized website instead of keeping them on notice boards.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Direct Online Apply: Students can easily register, view job details, and apply online with a single click.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Live Status Tracking: Students can check whether their application is Pending, Shortlisted, Selected, or Rejected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❓ Why is it Needed?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Lost Opportunities: In colleges, internship news is often shared across WhatsApp groups or physical notices. Many students miss them.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Manual Paperwork: Collecting printed resumes and filling Google Forms creates confusion and delays.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No Updates for Students: After applying, students do not know if they were shortlisted or rejected.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Heavy Work for Staff: Teachers and placement officers have to manually track hundreds of student applications in Excel 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3 •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main aims of the InternHub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🎯 Centralize Listings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Bring all college internship opportunities into one website with clear details like stipend, duration, and last date to apply.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⚡ 1-Click Online Apply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Allow students to apply directly online without paperwork, automatically attaching their student academic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📊 Real-Time Status Tracking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Give students complete transparency so they can see their application status (Pending, Shortlisted, Selected, Rejected).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🛡️ Prevent Duplicate Applies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Automatically stop students from accidentally applying twice for the same internship opening.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🔔 In-App Notifications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Send instant alerts to students inside the app whenever their application status is updated by the coordinator.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🛠️ Simplify Admin Work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Provide college administrators an easy control panel to post internships, view applicants, and update hiring statuses.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4 •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Existing System vs.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How InternHub improves the old manual way of managing internships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❌ Existing System (Manual Process)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Scattered Notices: Jobs posted on physical boards or forwarded in WhatsApp groups; easily missed by students.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Manual Submissions: Resumes submitted via paper copies or messy email inboxes.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Zero Status Visibility: Students have no way to know if their application was checked, accepted, or rejected.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Duplicate Applications: Students re-apply multiple times by mistake, confusing the coordinators.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Heavy Manual Work: Staff must record everything manually in Excel, causing delays and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500" b="1">
                <a:solidFill>
                  <a:srgbClr val="10955A"/>
                </a:solidFill>
              </a:defRPr>
            </a:pPr>
            <a:r>
              <a:t>✅ Proposed System (InternHub)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Single Central Portal: All internship drives are organized in one clean, searchable website.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1-Click Digital Apply: Students apply directly using their profile with an instant timestamp.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Live Progress Tracking: Students can see their current status anytime (Pending, Selected, etc.).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Duplicate Protection: The database automatically blocks duplicate applications for the same job.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Fast Admin Management: Administrators can easily post jobs, review applicants, and send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5 •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Key capabilities designed for students and administrators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🔐 Student Login &amp; Profiles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Simple sign-up and secure login. Students can view and update their personal and academic details anytime.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🔍 Smart Job Search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Fast search bar to filter internships by job title, company name, location, or required programming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⚡ 1-Click Application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Instant application submission that connects the student's profile directly to the chosen internship.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📊 Student Dashboard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Clear dashboard showing counts for Total Applied, Pending, Selected, and Rejected applications.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🔔 Notification Alerts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Built-in notification center with an unread badge that informs students whenever their status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🛠️ Admin Control Panel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Dedicated admin panel for staff to post internships, review registered students, and update application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6 • SYSTEM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3 main functional modules of the InternHub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1400" b="1">
                <a:solidFill>
                  <a:srgbClr val="1F3C88"/>
                </a:solidFill>
              </a:defRPr>
            </a:pPr>
            <a:r>
              <a:t>👤 Module 1: User Management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Student Registration:  Students sign up with username, password, email, phone, and course.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Secure Authentication:  Login and logout protected by Django's password security.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Profile Management:  Students can view and update their contact details.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Personal Dashboard:  Shows live summary cards of application progress.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💼 Module 2: Internship Portal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Job Listings:  Displays company name, role, stipend, location, duration, and deadline.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Keyword Search:  Search across job titles, company names, cities, and required skills.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Details Page:  Full job description and requirements with an 'Apply' button.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Chronological Order:  Newest internships always appear at the 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1400" b="1">
                <a:solidFill>
                  <a:srgbClr val="10955A"/>
                </a:solidFill>
              </a:defRPr>
            </a:pPr>
            <a:r>
              <a:t>📋 Module 3: Application &amp; Alerts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1-Click Apply:  Links the student profile to the selected internship.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Anti-Duplicate Rule:  Prevents student from submitting twice to the same opening.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Status Tracking:  Shows statuses: Pending, Under Review, Shortlisted, Selected, Rejected.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In-App Notifications:  Informs students as soon as coordinator updates their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7 •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Database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The 4 core tables used to store and manage project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8523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1. Student Table (user_management_student)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id: Unique student ID (Primary Key)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user_id: Links to Django Auth User login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name, email, phone: Contact details of the student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course: Enrolled course (e.g., MCA, B.Tech)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8523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2. Internship Table (internships_internship)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id: Unique internship ID (Primary Key)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title &amp; company_name: Job role and hiring company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location, duration, stipend: Work terms &amp; pay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skills_required &amp; deadline: Skill requirements &amp; last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8523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10955A"/>
                </a:solidFill>
              </a:defRPr>
            </a:pPr>
            <a:r>
              <a:t>3. Application Table (internships_application)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id: Unique application ID (Primary Key)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student_id &amp; internship_id: Foreign Keys connecting student to job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applied_at: Date and time of application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status: Pending, Shortlisted, Selected, or Rejected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* Unique Rule: A student cannot apply twice for the same job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28523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4. Notification Table (internships_notification)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id: Unique notification ID (Primary Key)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student_id: Target student receiving the alert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message: Alert text (e.g., 'Application Submitted')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is_read: True/False (Tracks unread messages)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8 •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Programming language, database, framework, and tools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🐍 Programming Language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Python 3.9+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Primary backend language. Chosen because it is clean, easy to read, and has great web framework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🌐 Web Framework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Django 4.2 LTS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A robust Python web framework that comes with built-in security, user authentication, and admin panel.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🗄️ Relational Database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MySQL Database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MySQL is the active database storing all student records, job postings, applications, and notifications.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🎨 Frontend (UI)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HTML5 &amp; CSS3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Clean and responsive user interface with card layouts that look great on both desktop screens and mobile phones.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📦 Libraries &amp; Drivers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mysqlclient &amp; Forms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mysqlclient (MySQLdb) connects Django to MySQL. Django Forms handles user input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defRPr sz="1350" b="1">
                <a:solidFill>
                  <a:srgbClr val="1F3C88"/>
                </a:solidFill>
              </a:defRPr>
            </a:pPr>
            <a:r>
              <a:t>💻 Development Tools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VS Code &amp; Git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Visual Studio Code used as the code editor, and Git used for source code version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9 •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Useful features that can be added in future versions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🤖 AI Resume Parser &amp; Matcher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Automatically scan student PDF resumes, extract technical skills, and recommend the best-fitting internships.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🏢 Direct Company/Recruiter Login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Allow hiring managers from companies to post their own internships and shortlist students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828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📩 Automated Email &amp; SMS Alerts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Send instant email and SMS messages to students when an interview is scheduled or an application is accepted.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📅 Integrated Interview Scheduling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Add an in-app calendar to schedule interview dates and connect with Google Meet or Zoom.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📱 Mobile Application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Develop an Android and iOS mobile app using Flutter so students can apply and check alerts on their phones.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🎓 Digital Completion Certificates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Automatically generate verified digital certificates for students upon successful completion of their internship.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🎯 Project Conclusion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</a:defRPr>
            </a:pPr>
            <a:r>
              <a:t>• Solves a Real Problem: Replaces slow, manual paper circulars with an easy, centralized website.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</a:defRPr>
            </a:pPr>
            <a:r>
              <a:t>• Empowers Students: Provides full transparency with 1-click apply, real-time status tracking, and instant alerts.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</a:defRPr>
            </a:pPr>
            <a:r>
              <a:t>• Reduces Staff Workload: Cuts down coordinator effort and completely prevents duplicate applications.</a:t>
            </a:r>
          </a:p>
          <a:p>
            <a:pPr>
              <a:spcBef>
                <a:spcPts val="1400"/>
              </a:spcBef>
              <a:defRPr sz="1150">
                <a:solidFill>
                  <a:srgbClr val="E2E8F0"/>
                </a:solidFill>
              </a:defRPr>
            </a:pPr>
            <a:r>
              <a:t>• Clean Architecture: Built on Django's proven MVT architecture with a safe, normalized MySQL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93C5FD"/>
                </a:solidFill>
              </a:defRPr>
            </a:pPr>
            <a:r>
              <a:t>Any Questions or Comments?</a:t>
            </a:r>
          </a:p>
          <a:p>
            <a:pPr algn="ctr"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InternHub — College Internship Management System</a:t>
            </a:r>
          </a:p>
          <a:p>
            <a:pPr algn="ctr">
              <a:spcBef>
                <a:spcPts val="2000"/>
              </a:spcBef>
              <a:defRPr sz="1150">
                <a:solidFill>
                  <a:srgbClr val="94A3B8"/>
                </a:solidFill>
              </a:defRPr>
            </a:pPr>
            <a:r>
              <a:t>HISANA HAMZA  |  MEA25MCA-2010</a:t>
            </a:r>
            <a:br/>
            <a:r>
              <a:t>MEA Engineering College, Perinthalmanna</a:t>
            </a:r>
            <a:br/>
            <a:r>
              <a:t>APJ Abdul Kalam Technological University (KTU)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