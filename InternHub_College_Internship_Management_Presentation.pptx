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InternHub</a:t>
            </a:r>
          </a:p>
          <a:p>
            <a:pPr>
              <a:spcBef>
                <a:spcPts val="600"/>
              </a:spcBef>
              <a:defRPr sz="2600" b="1">
                <a:solidFill>
                  <a:srgbClr val="93C5FD"/>
                </a:solidFill>
              </a:defRPr>
            </a:pPr>
            <a:r>
              <a:t>College Internship Management System</a:t>
            </a:r>
          </a:p>
          <a:p>
            <a:pPr>
              <a:spcBef>
                <a:spcPts val="1000"/>
              </a:spcBef>
              <a:defRPr sz="1400">
                <a:solidFill>
                  <a:srgbClr val="CBD5E1"/>
                </a:solidFill>
              </a:defRPr>
            </a:pPr>
            <a:r>
              <a:t>A simple web portal for students to find internships and track applications online.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4937760" cy="2194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STUDENT DETAILS</a:t>
            </a:r>
          </a:p>
          <a:p>
            <a:pPr>
              <a:spcBef>
                <a:spcPts val="400"/>
              </a:spcBef>
              <a:defRPr sz="1800" b="1">
                <a:solidFill>
                  <a:srgbClr val="FFFFFF"/>
                </a:solidFill>
              </a:defRPr>
            </a:pPr>
            <a:r>
              <a:t>HISANA HAMZA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Reg. No: MEA25MCA-2010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Master of Computer Applications (MCA)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3840480"/>
            <a:ext cx="4937760" cy="2194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GUIDE &amp; INSTITUTION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Guide: Mr. Adil Narakkoden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Assistant Professor, Dept. of Computer Applications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MEA Engineering College, Perinthalmanna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APJ Abdul Kalam Technological University (KTU)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2 •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What is InternHub and why was it created?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600" b="1">
                <a:solidFill>
                  <a:srgbClr val="1F3C88"/>
                </a:solidFill>
              </a:defRPr>
            </a:pPr>
            <a:r>
              <a:t>💡 What is InternHub?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A Centralized Website: InternHub is an easy-to-use web application built for college students and placement coordinators.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One Single Platform: It brings all available internship openings into one organized website instead of keeping them on notice boards.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Direct Online Apply: Students can easily register, view job details, and apply online with a single click.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Live Status Tracking: Students can check whether their application is Pending, Shortlisted, Selected, or Rejected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❓ Why is it Needed?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Lost Opportunities: In colleges, internship news is often shared across WhatsApp groups or physical notices. Many students miss them.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Manual Paperwork: Collecting printed resumes and filling Google Forms creates confusion and delays.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No Updates for Students: After applying, students do not know if they were shortlisted or rejected.</a:t>
            </a:r>
          </a:p>
          <a:p>
            <a:pPr>
              <a:spcBef>
                <a:spcPts val="1200"/>
              </a:spcBef>
              <a:defRPr sz="1150">
                <a:solidFill>
                  <a:srgbClr val="1E293B"/>
                </a:solidFill>
              </a:defRPr>
            </a:pPr>
            <a:r>
              <a:t>• Heavy Work for Staff: Teachers and placement officers have to manually track hundreds of student applications in Excel sheets.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3 •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The main aims of the InternHub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🎯 Centralize Listings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Bring all college internship opportunities into one website with clear details like stipend, duration, and last date to apply.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⚡ 1-Click Online Apply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Allow students to apply directly online without paperwork, automatically attaching their student academic profile.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📊 Real-Time Status Tracking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Give students complete transparency so they can see their application status (Pending, Shortlisted, Selected, Rejected).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🛡️ Prevent Duplicate Applies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Automatically stop students from accidentally applying twice for the same internship opening.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🔔 In-App Notifications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Send instant alerts to students inside the app whenever their application status is updated by the coordinator.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🛠️ Simplify Admin Work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Provide college administrators an easy control panel to post internships, view applicants, and update hiring statuses.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4 •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Existing System vs. 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How InternHub improves the old manual way of managing internships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❌ Existing System (Manual Process)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Scattered Notices: Jobs posted on physical boards or forwarded in WhatsApp groups; easily missed by students.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Manual Submissions: Resumes submitted via paper copies or messy email inboxes.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Zero Status Visibility: Students have no way to know if their application was checked, accepted, or rejected.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Duplicate Applications: Students re-apply multiple times by mistake, confusing the coordinators.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Heavy Manual Work: Staff must record everything manually in Excel, causing delays and errors.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500" b="1">
                <a:solidFill>
                  <a:srgbClr val="10955A"/>
                </a:solidFill>
              </a:defRPr>
            </a:pPr>
            <a:r>
              <a:t>✅ Proposed System (InternHub)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Single Central Portal: All internship drives are organized in one clean, searchable website.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1-Click Digital Apply: Students apply directly using their profile with an instant timestamp.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Live Progress Tracking: Students can see their current status anytime (Pending, Selected, etc.).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Duplicate Protection: The database automatically blocks duplicate applications for the same job.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Fast Admin Management: Administrators can easily post jobs, review applicants, and send notifications.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5 •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Core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Key capabilities designed for students and administrators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🔐 Dual-Portal Authentication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Separate secure logins for students (KTU credentials) and verified corporate recruiters/companies.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🔍 Smart Search &amp; Filtering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Dynamic search bar to filter opportunities by title, skills, stipend, location, and application deadline.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⚡ 1-Click Application System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Instant application workflow that automatically attaches verified student profile &amp; uploaded PDF resume.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📊 Role-Based Dashboards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Tailored dashboards for students (application tracking) and recruiters (job listings &amp; candidate evaluation).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🔔 Real-Time Notification Center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Instant in-app alerts notifying students whenever their application review status is updated.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🛠️ College Placement Admin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Comprehensive administrative control center to audit recruitment drives, manage students, and view analytics.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6 • SYSTEM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Module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Three integrated functional modules designed for Students, Recruiters, and College Placement Admin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747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64592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🎓 Module 1: Student Portal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ACTOR: REGISTERED STUDENTS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Academic Onboarding:  Students register with KTU Reg No, MCA/B.Tech course branch, contact info, and upload PDF resume.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Job Discovery &amp; Search:  Search vacancies with dynamic multi-filters across technical skills, stipend, location, and deadlines.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1-Click Digital Apply:  Submits application in one click, automatically binding verified academic profile and resume.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Anti-Duplicate Guard:  Enforces database unique constraints to prevent accidental duplicate applications.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Live Progress Tracking:  Real-time dashboard showing application status (Pending, Under Review, Shortlisted, Selected, Rejected).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806440"/>
            <a:ext cx="320040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880" b="1">
                <a:solidFill>
                  <a:srgbClr val="1F3C88"/>
                </a:solidFill>
              </a:defRPr>
            </a:pPr>
            <a:r>
              <a:t>⚡ Outcome: Seamless 1-click apply &amp; full transparency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783080"/>
            <a:ext cx="34747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64592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🏢 Module 2: Recruiter / Company Portal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ACTOR: CORPORATE RECRUITERS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Company Registration:  Corporate sign-up with company name, recruiter credentials, industry, website, and office address.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Internship Publishing:  Recruiters post job drives with roles, stipend, duration, required skill tags, and deadline dates.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Applicant Screening:  Inspect candidate roster, review academic credentials, and download student PDF resumes.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Status Transition Engine:  Move applicants through evaluation states (Under Review ➔ Shortlisted ➔ Selected / Rejected).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Recruiter Analytics:  Monitor applicant counts, track drive performance, and manage active internship postings.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7992" y="5806440"/>
            <a:ext cx="320040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880" b="1">
                <a:solidFill>
                  <a:srgbClr val="2563EB"/>
                </a:solidFill>
              </a:defRPr>
            </a:pPr>
            <a:r>
              <a:t>⚡ Outcome: Accelerated candidate review &amp; hiring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783080"/>
            <a:ext cx="347472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64592"/>
          <a:lstStyle/>
          <a:p>
            <a:pPr algn="ctr">
              <a:defRPr sz="1300" b="1">
                <a:solidFill>
                  <a:srgbClr val="10955A"/>
                </a:solidFill>
              </a:defRPr>
            </a:pPr>
            <a:r>
              <a:t>🛡️ Module 3: Placement Admin &amp; Governance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ACTOR: COLLEGE PLACEMENT CELL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Student Verification:  Validate student registration numbers and course details against college institutional records.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Corporate Oversight:  Moderate registered company profiles and audit postings to ensure legitimate campus opportunities.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Application Auditing:  Centralized oversight over all campus recruitment drives, department stats, and placement history.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Notification Dispatch:  System-wide trigger engine that automatically dispatches in-app alerts upon status changes.</a:t>
            </a:r>
          </a:p>
          <a:p>
            <a:pPr>
              <a:spcBef>
                <a:spcPts val="500"/>
              </a:spcBef>
              <a:defRPr sz="950">
                <a:solidFill>
                  <a:srgbClr val="1E293B"/>
                </a:solidFill>
              </a:defRPr>
            </a:pPr>
            <a:r>
              <a:t>• Access Control &amp; Security:  Django Admin panel with role-based access, session security, and MySQL database integrity.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7304" y="5806440"/>
            <a:ext cx="320040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95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880" b="1">
                <a:solidFill>
                  <a:srgbClr val="10955A"/>
                </a:solidFill>
              </a:defRPr>
            </a:pPr>
            <a:r>
              <a:t>⚡ Outcome: 100% Campus placement governance &amp; security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7 •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End-to-end operational lifecycle connecting Students, Recruiters, and College Placement Admin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42032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50" b="1">
                <a:solidFill>
                  <a:srgbClr val="1F3C88"/>
                </a:solidFill>
              </a:defRPr>
            </a:pPr>
            <a:r>
              <a:t>PHASE 01 • REGISTRATION &amp; SETUP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</a:defRPr>
            </a:pPr>
            <a:r>
              <a:t>👤 Student &amp; Recruiter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Student Onboarding:  Students register with KTU Reg No, MCA/B.Tech course, contact details &amp; PDF resume upload.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Company Account:  Recruiter registers corporate profile with website, contact person &amp; company description.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Account Verification:  Django authentication validates accounts for secure role-based dashboard access.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3552" y="3108960"/>
            <a:ext cx="1828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83080"/>
            <a:ext cx="2542032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PHASE 02 • VACANCY POSTING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</a:defRPr>
            </a:pPr>
            <a:r>
              <a:t>🏢 Recruiter &amp; Placement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Drive Creation:  Recruiter posts role details, monthly stipend, duration, location &amp; required skill tags.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Deadline Scheduling:  Strict application deadline set to organize candidate intake systematically.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Portal Publishing:  Vacancies are validated and broadcast across the college student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98464" y="3108960"/>
            <a:ext cx="1828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783080"/>
            <a:ext cx="2542032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50" b="1">
                <a:solidFill>
                  <a:srgbClr val="10955A"/>
                </a:solidFill>
              </a:defRPr>
            </a:pPr>
            <a:r>
              <a:t>PHASE 03 • 1-CLICK APPLICATION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</a:defRPr>
            </a:pPr>
            <a:r>
              <a:t>🎓 College Student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Skill-Based Search:  Students filter opportunities by programming skills, stipend, and deadlines.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1-Click Digital Apply:  Submits application instantly linking student profile &amp; uploaded PDF resume.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Anti-Duplicate Rule:  Database uniquely prevents multiple applications to the same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23376" y="3108960"/>
            <a:ext cx="1828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783080"/>
            <a:ext cx="2542032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50" b="1">
                <a:solidFill>
                  <a:srgbClr val="7C3AED"/>
                </a:solidFill>
              </a:defRPr>
            </a:pPr>
            <a:r>
              <a:t>PHASE 04 • SCREENING &amp; ALERTS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</a:defRPr>
            </a:pPr>
            <a:r>
              <a:t>💼 Recruiter ➔ Student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Resume Evaluation:  Recruiter views applicant roster, reviews qualifications, and downloads resumes.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Status Progression:  Moves candidates through Pending ➔ Under Review ➔ Shortlisted ➔ Selected.</a:t>
            </a:r>
          </a:p>
          <a:p>
            <a:pPr>
              <a:spcBef>
                <a:spcPts val="600"/>
              </a:spcBef>
              <a:defRPr sz="950">
                <a:solidFill>
                  <a:srgbClr val="1E293B"/>
                </a:solidFill>
              </a:defRPr>
            </a:pPr>
            <a:r>
              <a:t>• Real-Time Dispatch:  System dispatches instant in-app notification alerts directly to the student.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66360"/>
            <a:ext cx="10716768" cy="12984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100" b="1">
                <a:solidFill>
                  <a:srgbClr val="1F3C88"/>
                </a:solidFill>
              </a:defRPr>
            </a:pPr>
            <a:r>
              <a:t>📌 APPLICATION LIFECYCLE &amp; STATUS PROGRESSION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532120"/>
            <a:ext cx="246888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1000" b="1">
                <a:solidFill>
                  <a:srgbClr val="D97706"/>
                </a:solidFill>
              </a:defRPr>
            </a:pPr>
            <a:r>
              <a:t>1. Pending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Student submitted application; timestamp recorded, duplicate check verified, awaiting review.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5532120"/>
            <a:ext cx="246888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2. Under Review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Recruiter or Placement Coordinator is examining academic profile and candidate resume.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532120"/>
            <a:ext cx="246888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1000" b="1">
                <a:solidFill>
                  <a:srgbClr val="7C3AED"/>
                </a:solidFill>
              </a:defRPr>
            </a:pPr>
            <a:r>
              <a:t>3. Shortlisted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Student cleared preliminary screening; invited for interview or online evaluation.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5532120"/>
            <a:ext cx="246888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095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1000" b="1">
                <a:solidFill>
                  <a:srgbClr val="10955A"/>
                </a:solidFill>
              </a:defRPr>
            </a:pPr>
            <a:r>
              <a:t>4. Selected / Rejected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Final hiring decision updated; automated real-time notification alert dispatched to student.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8 •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Database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The 5 core relational tables used to store and manage project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56432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defRPr sz="1150" b="1">
                <a:solidFill>
                  <a:srgbClr val="1F3C88"/>
                </a:solidFill>
              </a:defRPr>
            </a:pPr>
            <a:r>
              <a:t>1. Student Table (user_management_student)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id: Unique student ID (Primary Key)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user_id: Links to Django Auth User login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registration_number: Unique KTU College Reg No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name, email, phone: Contact details of the student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course &amp; resume: Degree branch &amp; PDF resume 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783080"/>
            <a:ext cx="3456432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defRPr sz="1150" b="1">
                <a:solidFill>
                  <a:srgbClr val="7C3AED"/>
                </a:solidFill>
              </a:defRPr>
            </a:pPr>
            <a:r>
              <a:t>2. Company Table (internships_company)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id: Unique company ID (Primary Key)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user_id: Links to Django Auth User login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company_name &amp; email: Organization identity &amp; email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phone &amp; website: Recruiter contact &amp; web URL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address &amp; description: Physical office &amp; company info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783080"/>
            <a:ext cx="3456432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defRPr sz="1150" b="1">
                <a:solidFill>
                  <a:srgbClr val="2563EB"/>
                </a:solidFill>
              </a:defRPr>
            </a:pPr>
            <a:r>
              <a:t>3. Internship Table (internships_internship)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id: Unique internship ID (Primary Key)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company_id: Foreign Key linking to Company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title &amp; company_name: Role title &amp; hiring organization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location, duration, stipend: Work terms &amp; monthly pay</a:t>
            </a:r>
          </a:p>
          <a:p>
            <a:pPr>
              <a:spcBef>
                <a:spcPts val="300"/>
              </a:spcBef>
              <a:defRPr sz="980">
                <a:solidFill>
                  <a:srgbClr val="1E293B"/>
                </a:solidFill>
              </a:defRPr>
            </a:pPr>
            <a:r>
              <a:t>• skills_required &amp; deadline: Skill criteria &amp; last apply date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7608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200" b="1">
                <a:solidFill>
                  <a:srgbClr val="10955A"/>
                </a:solidFill>
              </a:defRPr>
            </a:pPr>
            <a:r>
              <a:t>4. Application Table (internships_application)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id: Unique application ID (Primary Key)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student_id &amp; internship_id: Foreign Keys linking student profile to internship opening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applied_at &amp; status: Application timestamp and state (Pending, Under Review, Shortlisted, Selected, Rejected)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* Unique Constraint: (student_id, internship_id) prevents duplicate applications for the same opening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114800"/>
            <a:ext cx="527608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t>5. Notification Table (internships_notification)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id: Unique notification ID (Primary Key)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student_id: Foreign Key targeting the student receiving the alert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message: Automated alert text dispatched upon recruiter status updates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is_read &amp; created_at: Read state tracking boolean and real-time generation timestamp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9 •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Technology Stack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Programming language, database, framework, and tools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🐍 Programming Language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Python 3.9+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Primary backend language. Chosen because it is clean, easy to read, and has robust web framework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🌐 Web Framework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Django 4.2 LTS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A robust Python web framework providing built-in security, user authentication, ORM, and admin panel.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🗄️ Relational Database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MySQL Database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MySQL is the active database storing student records, company profiles, job postings, applications, and alerts.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🎨 Frontend (UI)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HTML5 &amp; CSS3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Clean, responsive user interface with modern card layouts optimized for desktop, tablet, and mobile browsers.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📦 Libraries &amp; Drivers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mysqlclient &amp; Forms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mysqlclient (MySQLdb) connects Django to MySQL. Django Forms handles strict server-side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ctr">
              <a:defRPr sz="1350" b="1">
                <a:solidFill>
                  <a:srgbClr val="1F3C88"/>
                </a:solidFill>
              </a:defRPr>
            </a:pPr>
            <a:r>
              <a:t>💻 Development Tools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VS Code &amp; Git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Visual Studio Code used as primary code editor, with Git utilized for source code version management.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SLIDE 10 •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Useful features and extensions designed for future production releases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🤖 AI Resume Parser &amp; Matcher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Automatically scan student PDF resumes, extract technical skills, and recommend the best-fitting internships.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🏢 Recruiter Interview Scheduler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Add an in-app calendar to schedule interview rounds and integrate with Google Meet or Zoom.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828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📩 Automated Email &amp; SMS Alerts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Send automated email and SMS messages to students when an interview is scheduled or status changes.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📊 Placement Analytics &amp; Export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Generate downloadable placement PDF/Excel reports and analytics for college accreditation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📱 Native Mobile Application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Develop an Android and iOS mobile app using Flutter so students can receive push notifications on mobile.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14800"/>
            <a:ext cx="34747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🎓 Digital Completion Certificates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Automatically issue verifiable, cryptographically signed digital completion certificates upon finishing internships.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493776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defRPr sz="1800" b="1">
                <a:solidFill>
                  <a:srgbClr val="93C5FD"/>
                </a:solidFill>
              </a:defRPr>
            </a:pPr>
            <a:r>
              <a:t>🎯 Project Conclusion</a:t>
            </a:r>
          </a:p>
          <a:p>
            <a:pPr>
              <a:spcBef>
                <a:spcPts val="1400"/>
              </a:spcBef>
              <a:defRPr sz="1150">
                <a:solidFill>
                  <a:srgbClr val="E2E8F0"/>
                </a:solidFill>
              </a:defRPr>
            </a:pPr>
            <a:r>
              <a:t>• Solves a Real Campus Problem: Replaces slow, manual circulars and scattered WhatsApp messages with a unified, transparent portal.</a:t>
            </a:r>
          </a:p>
          <a:p>
            <a:pPr>
              <a:spcBef>
                <a:spcPts val="1400"/>
              </a:spcBef>
              <a:defRPr sz="1150">
                <a:solidFill>
                  <a:srgbClr val="E2E8F0"/>
                </a:solidFill>
              </a:defRPr>
            </a:pPr>
            <a:r>
              <a:t>• Empowers College Students: Direct 1-click applications, resume linkage, live tracking, and instantaneous status notifications.</a:t>
            </a:r>
          </a:p>
          <a:p>
            <a:pPr>
              <a:spcBef>
                <a:spcPts val="1400"/>
              </a:spcBef>
              <a:defRPr sz="1150">
                <a:solidFill>
                  <a:srgbClr val="E2E8F0"/>
                </a:solidFill>
              </a:defRPr>
            </a:pPr>
            <a:r>
              <a:t>• Empowers Companies &amp; Admins: Recruiters easily manage drives and evaluate candidates; placement cell gains complete audit oversight.</a:t>
            </a:r>
          </a:p>
          <a:p>
            <a:pPr>
              <a:spcBef>
                <a:spcPts val="1400"/>
              </a:spcBef>
              <a:defRPr sz="1150">
                <a:solidFill>
                  <a:srgbClr val="E2E8F0"/>
                </a:solidFill>
              </a:defRPr>
            </a:pPr>
            <a:r>
              <a:t>• Solid Engineering Foundation: Built on Django's proven MVT architecture with a robust, normalized MySQL relational database.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097280"/>
            <a:ext cx="493776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457200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1000"/>
              </a:spcBef>
              <a:defRPr sz="1800" b="1">
                <a:solidFill>
                  <a:srgbClr val="93C5FD"/>
                </a:solidFill>
              </a:defRPr>
            </a:pPr>
            <a:r>
              <a:t>Any Questions or Comments?</a:t>
            </a:r>
          </a:p>
          <a:p>
            <a:pPr algn="ctr">
              <a:spcBef>
                <a:spcPts val="1400"/>
              </a:spcBef>
              <a:defRPr sz="1300">
                <a:solidFill>
                  <a:srgbClr val="CBD5E1"/>
                </a:solidFill>
              </a:defRPr>
            </a:pPr>
            <a:r>
              <a:t>InternHub — College Internship Management System</a:t>
            </a:r>
          </a:p>
          <a:p>
            <a:pPr algn="ctr">
              <a:spcBef>
                <a:spcPts val="2000"/>
              </a:spcBef>
              <a:defRPr sz="1150">
                <a:solidFill>
                  <a:srgbClr val="94A3B8"/>
                </a:solidFill>
              </a:defRPr>
            </a:pPr>
            <a:r>
              <a:t>HISANA HAMZA  |  MEA25MCA-2010</a:t>
            </a:r>
            <a:br/>
            <a:r>
              <a:t>MEA Engineering College, Perinthalmanna</a:t>
            </a:r>
            <a:br/>
            <a:r>
              <a:t>APJ Abdul Kalam Technological University (KTU)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