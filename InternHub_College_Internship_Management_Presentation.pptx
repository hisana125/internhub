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29260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3C5FD"/>
                </a:solidFill>
              </a:defRPr>
            </a:pPr>
            <a:r>
              <a:t>MCA FINAL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InternHub</a:t>
            </a:r>
          </a:p>
          <a:p>
            <a:pPr>
              <a:defRPr sz="2800" b="1">
                <a:solidFill>
                  <a:srgbClr val="93C5FD"/>
                </a:solidFill>
              </a:defRPr>
            </a:pPr>
            <a:r>
              <a:t>College Internship Management System</a:t>
            </a:r>
          </a:p>
          <a:p>
            <a:pPr>
              <a:spcBef>
                <a:spcPts val="1000"/>
              </a:spcBef>
              <a:defRPr sz="1400">
                <a:solidFill>
                  <a:srgbClr val="CBD5E1"/>
                </a:solidFill>
              </a:defRPr>
            </a:pPr>
            <a:r>
              <a:t>A Centralized Web-Based Portal Streamlining Campus Internship Opportunities &amp; Application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493776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SUBMITTED BY</a:t>
            </a:r>
          </a:p>
          <a:p>
            <a:pPr>
              <a:spcBef>
                <a:spcPts val="400"/>
              </a:spcBef>
              <a:defRPr sz="1800" b="1">
                <a:solidFill>
                  <a:srgbClr val="FFFFFF"/>
                </a:solidFill>
              </a:defRPr>
            </a:pPr>
            <a:r>
              <a:t>HISANA HAMZA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Register No: MEA25MCA-2010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Master of Computer Applications (MCA)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3931920"/>
            <a:ext cx="493776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GUIDANCE &amp; INSTITUTION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Project Guide: Mr. Adil Narakkoden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Assistant Professor, Dept. of Computer Applications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MEA Engineering College, Perinthalmanna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APJ Abdul Kalam Technological University (KTU)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Presentation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Core topics covered as per the academic project guidelines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Project Overview &amp; Objectives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Background, motivation, and problem statement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201168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Existing vs. Proposed System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Critical comparative analysis and key advantages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201168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Core Features &amp; Architecture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Key system capabilities and Django MVT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201168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Module Description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Detailed breakdown of Student, Internship &amp; Admin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05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Database Schema &amp; Tables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Relational entities, fields, constraints &amp; ER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411480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06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Technology Stack Used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Full-stack framework, DB, languages, libraries &amp; 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11480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07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Testing &amp; Implementation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Unit, integration, security &amp; verification strategies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06256" y="411480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000" b="1">
                <a:solidFill>
                  <a:srgbClr val="2563EB"/>
                </a:solidFill>
              </a:defRPr>
            </a:pPr>
            <a:r>
              <a:t>08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Future Enhancements &amp; Conclusion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Roadmap for future upgrades and final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Context, purpose, and significance of InternHub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1F3C88"/>
                </a:solidFill>
              </a:defRPr>
            </a:pPr>
            <a:r>
              <a:t>📌 Background &amp; Context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Industry-Academia Bridge: Internships offer students crucial exposure to real-world software workflows, hands-on development, and professional workplace standards.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Fragmented Information: In traditional college settings, opportunities are circulated haphazardly across notice boards, disparate messaging channels, and forwarded emails.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Lack of Direct Tracking: Students frequently lose track of their application status and deadlines, while placement coordinators struggle with disorganized records.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Administrative Overload: Manually gathering resumes, filtering applicants, and publishing updates via spreadsheets causes significant communication bottlenecks.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🚀 InternHub Solution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Centralized Campus Portal: A unified, responsive web portal bringing verified internship listings directly to students in an accessible, structured environment.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Seamless Student Journey: Enables students to register, manage profiles, search listings using multi-field keywords, and apply with a single click.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Automated Feedback Loop: Eliminates uncertainty by providing live application tracking (Pending, Under Review, Shortlisted, Selected, Rejected) and in-app alerts.</a:t>
            </a:r>
          </a:p>
          <a:p>
            <a:pPr>
              <a:spcBef>
                <a:spcPts val="1000"/>
              </a:spcBef>
              <a:defRPr sz="1100">
                <a:solidFill>
                  <a:srgbClr val="1E293B"/>
                </a:solidFill>
              </a:defRPr>
            </a:pPr>
            <a:r>
              <a:t>• Robust Administrative Control: Provides staff and coordinators full control via Django's secure admin interface to moderate listings and track candidates efficiently.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Core strategic goals addressed by the InternHub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🎯 Centralize Opportunity Discovery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Provide a single authoritative platform where verified company internships are listed with comprehensive details (stipend, duration, location, required skills, and deadline).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⚡ Streamline Online Applications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Eliminate manual paperwork and email submissions by providing a quick, authenticated one-click application process directly linked to student academic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📊 Real-Time Application Tracking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Offer students complete transparency into their application journey through a dynamic dashboard displaying real-time statuses (Pending, Shortlisted, Selected, Rejected).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🛡️ Ensure Strict Data Integrity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Enforce database-level unique constraints to prevent duplicate applications for the same opening, ensuring clean, fair, and reliable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🔔 Instant Notification Mechanism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Keep students informed immediately about their submission confirmations and subsequent status transitions through an integrated in-app notification center.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⚙️ Empower Placement Coordinators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Provide administrative personnel with robust CRUD capabilities for managing job listings, monitoring registered students, and reviewing applications seamlessly.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SYSTEM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Existing System vs. Proposed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Comparative analysis highlighting key operational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❌ Existing System (Manual / Fragmented)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Scattered Information Channels: Opportunities announced randomly across WhatsApp, physical boards, and forwarded departmental emails.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Paper-Based / Email Applications: Resumes submitted physically or to cluttered inboxes, leading to lost records and formatting inconsistencies.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No Real-Time Visibility: Students have no mechanism to track their application status; candidates remain uncertain about outcomes.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High Duplicate Risk: Students accidentally apply multiple times, creating redundant records and cluttering recruiter review queues.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Heavy Administrative Burden: Staff spend excessive hours manually verifying applicant data, logging entries in spreadsheets, and notifying candidates.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5803D"/>
                </a:solidFill>
              </a:defRPr>
            </a:pPr>
            <a:r>
              <a:t>✅ Proposed System (InternHub Portal)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Single Centralized Hub: All campus internship drives organized in one standardized digital catalog with full parameters and deadlines.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1-Click Authenticated Application: Direct digital submission connecting candidate profile to the internship with automatic timestamping.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Dynamic Status Tracking: Live student dashboard showcasing distinct stages: Pending, Under Review, Shortlisted, Selected, Rejected.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Zero Duplication Guarantee: Database-enforced unique constraints strictly prevent repeated applications for the same opening.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Streamlined Management &amp; Alerts: Dedicated admin console for instant status moderation paired with automated in-app notifications.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SYSTEM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Feature Comparison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Direct side-by-side evaluation between Traditional and InternHub approaches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72865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23360"/>
                <a:gridCol w="4144975"/>
              </a:tblGrid>
              <a:tr h="61395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Parameter</a:t>
                      </a:r>
                    </a:p>
                  </a:txBody>
                  <a:tcPr anchor="ctr">
                    <a:solidFill>
                      <a:srgbClr val="1F3C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Existing Manual System</a:t>
                      </a:r>
                    </a:p>
                  </a:txBody>
                  <a:tcPr anchor="ctr">
                    <a:solidFill>
                      <a:srgbClr val="1F3C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InternHub Proposed System</a:t>
                      </a:r>
                    </a:p>
                  </a:txBody>
                  <a:tcPr anchor="ctr">
                    <a:solidFill>
                      <a:srgbClr val="1F3C88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Internship Listing &amp; Discovery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11D48"/>
                          </a:solidFill>
                        </a:defRPr>
                      </a:pPr>
                      <a:r>
                        <a:t>Scattered on social media, notice boards &amp; informal chats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803D"/>
                          </a:solidFill>
                        </a:defRPr>
                      </a:pPr>
                      <a:r>
                        <a:t>Centralized, searchable web catalog with keyword filters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Application Submission Process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11D48"/>
                          </a:solidFill>
                        </a:defRPr>
                      </a:pPr>
                      <a:r>
                        <a:t>Manual hard copies, emails, or fragmented Google Forms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803D"/>
                          </a:solidFill>
                        </a:defRPr>
                      </a:pPr>
                      <a:r>
                        <a:t>Instant 1-click digital application tied to verified user profile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Application Duplicate Prevention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11D48"/>
                          </a:solidFill>
                        </a:defRPr>
                      </a:pPr>
                      <a:r>
                        <a:t>None; prone to multiple redundant submissions by same student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803D"/>
                          </a:solidFill>
                        </a:defRPr>
                      </a:pPr>
                      <a:r>
                        <a:t>Database UniqueConstraint strictly prevents duplicate submissions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Application Status Transparency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11D48"/>
                          </a:solidFill>
                        </a:defRPr>
                      </a:pPr>
                      <a:r>
                        <a:t>Students kept unaware; no systematic status feedback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803D"/>
                          </a:solidFill>
                        </a:defRPr>
                      </a:pPr>
                      <a:r>
                        <a:t>Real-time visual status updates (Pending, Shortlisted, Selected, etc.)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Notification &amp; Alerts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11D48"/>
                          </a:solidFill>
                        </a:defRPr>
                      </a:pPr>
                      <a:r>
                        <a:t>Manual telephonic/email communication by coordinators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803D"/>
                          </a:solidFill>
                        </a:defRPr>
                      </a:pPr>
                      <a:r>
                        <a:t>Automated in-app notification engine with unread trackers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</a:defRPr>
                      </a:pPr>
                      <a:r>
                        <a:t>Data Security &amp; Storage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E11D48"/>
                          </a:solidFill>
                        </a:defRPr>
                      </a:pPr>
                      <a:r>
                        <a:t>Unprotected spreadsheets, physical registers &amp; files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5803D"/>
                          </a:solidFill>
                        </a:defRPr>
                      </a:pPr>
                      <a:r>
                        <a:t>Role-based Django auth, password hashing &amp; relational MySQL DB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System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Comprehensive capabilities designed for students and administrators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🔐 Secure Student Authentication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Secure sign-up and login mechanism powered by Django Auth, featuring hashed passwords and protected student sessions.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🔎 Smart Keyword Search Filter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Dynamic multi-attribute query engine filtering postings by job title, company name, location, and specific required skills.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⚡ 1-Click Application Engine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Instant application submission associating verified student profile with targeted opening, complete with duplicate submission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📊 Real-Time Analytics Dashboard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Intuitive dashboard providing interactive count cards for Total, Pending, Selected, and Rejected applications.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🔔 In-App Notification Center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Automated alert generation for application submissions and coordinator status changes, with read/unread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🛠️ Comprehensive Admin Panel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Powerful administrative back-office for creating/editing postings, reviewing student data, and updating recruitment statuses.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Architecture &amp; MVT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Structural breakdown based on the Model-View-Template software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MODEL (Data Layer)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Django ORM Entities: Translates Python classes into relational database schema without writing raw SQL.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Custom Models: Defines Student, Internship, Application, and Notification entities.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Integrity Constraints: Enforces foreign keys, cascading deletes, and unique student-internship constraints.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Database Backend: Seamless connectivity to MySQL Database (with SQLite fallback for local test runs).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VIEW (Business Logic Layer)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Request Dispatching: Configured via config.urls and modular app routes (user_management, internships).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Authentication Guards: Protects endpoints using @login_required decorators to enforce authenticated sessions.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Search &amp; Filtering: Implements dynamic Q-object queries for multi-field internship search.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Business Workflows: Handles registration, login/logout, application submissions, and notification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400" b="1">
                <a:solidFill>
                  <a:srgbClr val="0D9488"/>
                </a:solidFill>
              </a:defRPr>
            </a:pPr>
            <a:r>
              <a:t>TEMPLATE (Presentation Layer)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Template Inheritance: Modular architecture with base.html providing consistent site navigation and structure.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Dynamic Rendering: Uses Django Template Language (DTL) tags to render conditional logic and loops.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Responsive Web Layouts: Modern CSS flexbox and grid layouts optimized for desktops, tablets, and smartphones.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• Feedback Messages: Provides immediate visual alerts on form submissions, login errors, and status updates.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Module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Functional segregation of the InternHub web application into core subsystems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Module 1: User Management &amp; Authentication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Handles student account creation, profile management, credentials verification, secure session control, and personal student dashboard analytics.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0632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Module 2: Internship Discovery &amp; Search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Provides dynamic cataloging of all available internship postings with multi-field search filters (title, company, location, skills) and full detail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66744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Module 3: Application Engine &amp; Duplicate Guard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Manages the one-click student application submission process, validates duplicate restrictions, and records application timestamps.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62856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Module 4: Real-Time Tracking &amp; Notifications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Tracks student applications through recruitment stages and generates automatic in-app alerts whenever statuses are updated by coordinators.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58968"/>
            <a:ext cx="10728655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Module 5: Admin Management &amp; Moderation</a:t>
            </a:r>
          </a:p>
          <a:p>
            <a:pPr>
              <a:spcBef>
                <a:spcPts val="200"/>
              </a:spcBef>
              <a:defRPr sz="1050">
                <a:solidFill>
                  <a:srgbClr val="1E293B"/>
                </a:solidFill>
              </a:defRPr>
            </a:pPr>
            <a:r>
              <a:t>Provides privileged faculty and placement coordinators with tools to post internships, review applicant pools, and update hiring statuses.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MODULE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Module 1: User Management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Deep dive into user onboarding, identity management, and student profiles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📝 Registration &amp; Account Setup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Integrated User Creation: Synchronizes Django's built-in User model with custom Student domain model.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Clean Validation: StudentForm validates username availability, email formatting, and password standards.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OneToOne Relationship: Strict 1-to-1 linkage between Django authentication user and Student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🔐 Authentication &amp; Security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Secure Credential Check: Uses Django authenticate() for verifying encrypted PBKDF2 password hashes.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Session State Management: Maintains authenticated state with CSRF protection against cross-site attacks.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Access Control Decorator: Secures student-only views using @login_required to prevent unauthorized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👤 Profile &amp; Dashboard Management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Student Profile View/Edit: Students can inspect and update their contact phone number, email, and enrolled course.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Live Application Counter: Dashboard computes counts for Total, Pending, Selected, and Rejected applications.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Quick Navigational Actions: Direct shortcuts to browse internships, check notifications, and track submissions.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MODULE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Module 2: Internship Discovery &amp;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Exploration engine allowing students to find, filter, and inspect opportunities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📋 Standardized Internship Listings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Comprehensive Listing Details: Displays Company Name, Job Role, Location, Duration, Monthly Stipend, and Required Skills.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Deadline Transparency: Clear display of application closing dates to help students prioritize urgent openings.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Chronological Sorting: Internship listings are automatically ordered by latest postings first (order_by('-created_at')).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🔍 Dynamic Multi-Field Search Engine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Universal Search Query: Single search input checks across multiple database columns simultaneously.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Django Q-Object Filtering: Executes complex OR-queries: title | company_name | location | skills_required.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Case-Insensitive Lookups: Uses icontains lookup to ensure users find matches regardless of letter casing.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📄 Detailed Internship View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In-Depth Job Description: Full textual scope outlining responsibilities, eligibility criteria, and deliverables.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Direct Call-to-Action: Features a distinct 'Apply Now' action button that forwards directly to the application view.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State Awareness: Intelligently flags if the logged-in student has already submitted an application.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MODULE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Modules 3 &amp; 4: Applications &amp; Notifications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Application submission engine, anti-duplicate constraint, and real-time alerts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⚡ 1-Click Application Engine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Profile Linkage: Automatically binds the authenticated student's profile to the internship entry.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Default Pending State: New applications are initialized with 'Pending' status upon submission.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Timestamp Tracking: Records applied_at timestamp using auto_now_add for auditability.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🛡️ Anti-Duplicate Enforcement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Database Constraint: Model utilizes models.UniqueConstraint(fields=['student', 'internship']).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Pre-Validation in View: Checks Application.objects.filter(student, internship) before rendering apply form.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User Alert Banner: Displays 'Already Applied' badge if student attempts to re-apply.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🔔 In-App Notifications Engine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Submission Alert: Automatically pushes confirmation notification upon successful submission.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Status Update Triggers: Students receive instant notices when coordinators update candidate status.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Unread Counter &amp; Read State: Badges indicate unread notices; students can mark them as read.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DATA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Database Design &amp; Entity Relationship (ER)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Relational database schema modeled in Third Normal Form (3NF)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F3C88"/>
                </a:solidFill>
              </a:defRPr>
            </a:pPr>
            <a:r>
              <a:t>📐 Relational Design Principles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3NF Normalization: The schema is designed to 3NF standards, eliminating transitive dependencies, ensuring minimal redundancy and high data integrity.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User to Student (1 : 1): Each Django auth User maps to exactly one Student profile via a OneToOneField foreign key relationship.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Student to Application (1 : N): A student can apply to multiple distinct internship opportunities (protected by a unique composite constraint).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Internship to Application (1 : N): A single internship opportunity can receive applications from multiple registered students.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</a:defRPr>
            </a:pPr>
            <a:r>
              <a:t>• Student to Notification (1 : N): Multiple system-generated notification messages are linked to an individual student.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🔗 Core Entity Relationships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onsolas"/>
              </a:defRPr>
            </a:pPr>
            <a:r>
              <a:t>1. auth_user [PK: id] → Django Auth User (username, password, email)</a:t>
            </a:r>
          </a:p>
          <a:p>
            <a:pPr>
              <a:spcBef>
                <a:spcPts val="300"/>
              </a:spcBef>
              <a:defRPr sz="1000">
                <a:solidFill>
                  <a:srgbClr val="2563EB"/>
                </a:solidFill>
                <a:latin typeface="Consolas"/>
              </a:defRPr>
            </a:pPr>
            <a:r>
              <a:t>    │  (1 : 1 OneToOne)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onsolas"/>
              </a:defRPr>
            </a:pPr>
            <a:r>
              <a:t>2. user_management_student [PK: id, FK: user_id] → Student profile (name, phone, course, created_at)</a:t>
            </a:r>
          </a:p>
          <a:p>
            <a:pPr>
              <a:spcBef>
                <a:spcPts val="300"/>
              </a:spcBef>
              <a:defRPr sz="1000">
                <a:solidFill>
                  <a:srgbClr val="2563EB"/>
                </a:solidFill>
                <a:latin typeface="Consolas"/>
              </a:defRPr>
            </a:pPr>
            <a:r>
              <a:t>    ├────────┬──────── (1 : N Foreign Key)</a:t>
            </a:r>
          </a:p>
          <a:p>
            <a:pPr>
              <a:spcBef>
                <a:spcPts val="300"/>
              </a:spcBef>
              <a:defRPr sz="1000">
                <a:solidFill>
                  <a:srgbClr val="2563EB"/>
                </a:solidFill>
                <a:latin typeface="Consolas"/>
              </a:defRPr>
            </a:pPr>
            <a:r>
              <a:t>    │        ▼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onsolas"/>
              </a:defRPr>
            </a:pPr>
            <a:r>
              <a:t>    │   internships_notification [PK: id, FK: student_id] → Alerts &amp; Status notifications (message, is_read)</a:t>
            </a:r>
          </a:p>
          <a:p>
            <a:pPr>
              <a:spcBef>
                <a:spcPts val="300"/>
              </a:spcBef>
              <a:defRPr sz="1000">
                <a:solidFill>
                  <a:srgbClr val="2563EB"/>
                </a:solidFill>
                <a:latin typeface="Consolas"/>
              </a:defRPr>
            </a:pPr>
            <a:r>
              <a:t>    ▼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onsolas"/>
              </a:defRPr>
            </a:pPr>
            <a:r>
              <a:t>3. internships_application [PK: id] → Composite: FK(student_id) + FK(internship_id) [STATUS]</a:t>
            </a:r>
          </a:p>
          <a:p>
            <a:pPr>
              <a:spcBef>
                <a:spcPts val="300"/>
              </a:spcBef>
              <a:defRPr sz="1000">
                <a:solidFill>
                  <a:srgbClr val="2563EB"/>
                </a:solidFill>
                <a:latin typeface="Consolas"/>
              </a:defRPr>
            </a:pPr>
            <a:r>
              <a:t>    ▲</a:t>
            </a:r>
          </a:p>
          <a:p>
            <a:pPr>
              <a:spcBef>
                <a:spcPts val="300"/>
              </a:spcBef>
              <a:defRPr sz="1000">
                <a:solidFill>
                  <a:srgbClr val="2563EB"/>
                </a:solidFill>
                <a:latin typeface="Consolas"/>
              </a:defRPr>
            </a:pPr>
            <a:r>
              <a:t>    │  (1 : N Foreign Key)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  <a:latin typeface="Consolas"/>
              </a:defRPr>
            </a:pPr>
            <a:r>
              <a:t>4. internships_internship [PK: id] → Internship postings (title, company, stipend, deadline)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Database Tables: Student &amp;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Schema specifications, field types, and integrity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TABLE 1: Student (user_management_student)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645920"/>
                <a:gridCol w="2011680"/>
              </a:tblGrid>
              <a:tr h="53557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1F3C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1F3C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1F3C88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user_id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auth_user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VARCHAR(254)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phone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course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TABLE 2: Internship (internships_internship)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920240"/>
              </a:tblGrid>
              <a:tr h="374903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title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company_name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stipend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skills_required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VARCHAR(300)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491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application_deadline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DATABASE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Database Tables: Application &amp; Notification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Schema specifications, foreign key linkages, and status constraints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D9488"/>
                </a:solidFill>
              </a:defRPr>
            </a:pPr>
            <a:r>
              <a:t>TABLE 3: Application (internships_application)</a:t>
            </a:r>
          </a:p>
          <a:p>
            <a:pPr>
              <a:spcBef>
                <a:spcPts val="800"/>
              </a:spcBef>
              <a:defRPr sz="950" b="1">
                <a:solidFill>
                  <a:srgbClr val="E11D48"/>
                </a:solidFill>
              </a:defRPr>
            </a:pPr>
            <a:r>
              <a:t>* Enforces UniqueConstraint: ['student', 'internship'] to prohibit duplicate entries.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2194560"/>
              </a:tblGrid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student_id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Student (CASCADE)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internship_id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Internship (CASCADE)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applied_at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DATETIME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NULL, auto_now_add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VARCHAR(20)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DEFAULT: 'Pending' [Choices: Pending, Under Review, Shortlisted, Selected, Rejected]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17920" y="1920240"/>
            <a:ext cx="521208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TABLE 4: Notification (internships_notification)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2377440"/>
          <a:ext cx="5029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2194560"/>
              </a:tblGrid>
              <a:tr h="624839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Field Name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Type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Constraints</a:t>
                      </a:r>
                    </a:p>
                  </a:txBody>
                  <a:tcPr>
                    <a:solidFill>
                      <a:srgbClr val="10B981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BIGINT / 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PRIMARY KEY, AUTO_INC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student_id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INT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FOREIGN KEY -&gt; Student (CASCADE)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message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is_read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BOOLEAN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DEFAULT: FALSE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created_at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DATETIME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NOT NULL, auto_now_add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Tools, frameworks, and programming environments powering InternHub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🐍 Backend Language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Python 3.9+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Core server-side language chosen for its clean syntax, readability, extensive ecosystem, and exceptional web framework maturity.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🌐 Web Framework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Django 4.2 LTS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High-level 'batteries-included' Python web framework providing built-in ORM, Admin console, CSRF protection, and session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🗄️ Relational Database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MySQL &amp; SQLite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MySQL 8.x configured for production data persistence; SQLite utilized for rapid unit testing and local development agility.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🎨 Frontend UI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HTML5 &amp; CSS3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Custom modern, responsive UI design featuring CSS grid/flexbox cards, dynamic status badges, and responsive layouts for mobile and desktop.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📦 Libraries &amp; Tools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PyMySQL / Forms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PyMySQL / mysqlclient database driver, Django Form validation libraries, Python-pptx for documentation, and Git for version control.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💻 Development Environment</a:t>
            </a:r>
          </a:p>
          <a:p>
            <a:pPr>
              <a:spcBef>
                <a:spcPts val="300"/>
              </a:spcBef>
              <a:defRPr sz="1200" b="1">
                <a:solidFill>
                  <a:srgbClr val="2563EB"/>
                </a:solidFill>
              </a:defRPr>
            </a:pPr>
            <a:r>
              <a:t>VS Code &amp; Powershell</a:t>
            </a:r>
          </a:p>
          <a:p>
            <a:pPr>
              <a:spcBef>
                <a:spcPts val="600"/>
              </a:spcBef>
              <a:defRPr sz="1050">
                <a:solidFill>
                  <a:srgbClr val="1E293B"/>
                </a:solidFill>
              </a:defRPr>
            </a:pPr>
            <a:r>
              <a:t>Visual Studio Code with Python linting &amp; debugging, Django manage.py command-line tools, and virtual environments (venv).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Testing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Testing methodology ensuring stability, security, and operational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🧪 Unit Testing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</a:defRPr>
            </a:pPr>
            <a:r>
              <a:t>Individual Models &amp; Views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Model Field Validation: Verified data types, nullability, max lengths, and choice restrictions on status.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Custom String Output: Tested __str__() representations for Student, Internship, and Notification models.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ORM Query Accuracy: Tested ordering logic (-created_at) and keyword Q-object search filtering.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🔄 Integration Testing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</a:defRPr>
            </a:pPr>
            <a:r>
              <a:t>End-to-End Workflows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Student Onboarding: Tested registration flow creating Django User and custom Student record simultaneously.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Application Flow: Verified that applying creates Application record, updates counters, and sends notification.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Status Update Flow: Confirmed that admin status changes update student dashboard and trigger notifications.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400" b="1">
                <a:solidFill>
                  <a:srgbClr val="1F3C88"/>
                </a:solidFill>
              </a:defRPr>
            </a:pPr>
            <a:r>
              <a:t>🛡️ Security &amp; Boundary Testing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</a:defRPr>
            </a:pPr>
            <a:r>
              <a:t>Security Safeguards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Authentication Guards: Verified that unauthorized URLs redirect unauthenticated users to the login screen.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Anti-Duplicate Constraint: Tested that submitting duplicate applications is rejected both at DB and view levels.</a:t>
            </a:r>
          </a:p>
          <a:p>
            <a:pPr>
              <a:spcBef>
                <a:spcPts val="1000"/>
              </a:spcBef>
              <a:defRPr sz="1050">
                <a:solidFill>
                  <a:srgbClr val="1E293B"/>
                </a:solidFill>
              </a:defRPr>
            </a:pPr>
            <a:r>
              <a:t>• CSRF &amp; Injection Protection: Validated Django CSRF token enforcement and ORM parameterization preventing SQLi.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Future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Strategic expansion roadmap to scale InternHub into an enterprise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🤖 AI Resume Parser &amp; Matcher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Integrate NLP to parse student resumes (PDF/DOCX), extract key skills, and recommend the best-matching internships automatically using ML similarity scoring.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🏢 Dedicated Recruiter / Company Portal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Expand the platform beyond college admins to allow verified company HRs to create postings, review applicant pools, and shortlist candidates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92024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📅 Integrated Interview Scheduling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Add an interactive scheduling calendar with Google Calendar / Zoom / WebRTC integration for scheduling and conducting virtual interviews.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📱 Native Mobile Application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Develop cross-platform mobile apps using Flutter or React Native to provide push notifications, mobile application tracking, and instant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📩 Automated Email &amp; SMS Alerts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Integrate Celery background workers with SendGrid / Twilio to send instant SMS and email alerts whenever application statuses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4160520"/>
            <a:ext cx="347472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300" b="1">
                <a:solidFill>
                  <a:srgbClr val="1F3C88"/>
                </a:solidFill>
              </a:defRPr>
            </a:pPr>
            <a:r>
              <a:t>🎓 Digital Certificate Issuance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</a:defRPr>
            </a:pPr>
            <a:r>
              <a:t>Implement automated, cryptographically verifiable digital certificate generation upon successful completion of an internship.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Conclusion &amp; Project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</a:defRPr>
            </a:pPr>
            <a:r>
              <a:t>Key deliverables, project milestones, and value delivered by InternHub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85232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F3C88"/>
                </a:solidFill>
              </a:defRPr>
            </a:pPr>
            <a:r>
              <a:t>🏆 Project Achievements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Unified Campus Portal: Successfully replaced fragmented, manual internship search methods with a centralized digital catalog.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Transparent Student Journey: Delivered real-time status visibility (Pending, Shortlisted, Selected, Rejected) eliminating student uncertainty.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Data Integrity Guaranteed: Enforced database constraints that prevent duplicate applications and maintain clean records.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Productive Administration: Significantly streamlined the administrative overhead of listing openings and reviewing applicants.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920240"/>
            <a:ext cx="5285232" cy="4389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1F3C88"/>
                </a:solidFill>
              </a:defRPr>
            </a:pPr>
            <a:r>
              <a:t>💡 Key Takeaways &amp; Technical Growth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Full-Stack Django Mastery: Deep practical experience architecting Django MVT systems, ORM relationships, forms, and custom admin views.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Database Normalization: Designed a robust, scalable MySQL schema in 3NF with cascading foreign keys and composite constraints.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Responsive Web Design: Developed clean, mobile-friendly frontend templates with dynamic DTL rendering and modern CSS aesthetics.</a:t>
            </a:r>
          </a:p>
          <a:p>
            <a:pPr>
              <a:spcBef>
                <a:spcPts val="1200"/>
              </a:spcBef>
              <a:defRPr sz="1100">
                <a:solidFill>
                  <a:srgbClr val="1E293B"/>
                </a:solidFill>
              </a:defRPr>
            </a:pPr>
            <a:r>
              <a:t>• Production Readiness: System is fully functional, secure, tested, and primed for campus-wide institutional deployment.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534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200" b="1">
                <a:solidFill>
                  <a:srgbClr val="93C5FD"/>
                </a:solidFill>
              </a:defRPr>
            </a:pPr>
            <a:r>
              <a:t>Questions &amp; Answers / Discussion</a:t>
            </a:r>
          </a:p>
          <a:p>
            <a:pPr algn="ctr">
              <a:spcBef>
                <a:spcPts val="1000"/>
              </a:spcBef>
              <a:defRPr sz="1400">
                <a:solidFill>
                  <a:srgbClr val="CBD5E1"/>
                </a:solidFill>
              </a:defRPr>
            </a:pPr>
            <a:r>
              <a:t>InternHub — College Internship Management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4114800"/>
            <a:ext cx="7619695" cy="18288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HISANA HAMZA  |  Register No: MEA25MCA-2010</a:t>
            </a:r>
          </a:p>
          <a:p>
            <a:pPr algn="ctr">
              <a:spcBef>
                <a:spcPts val="400"/>
              </a:spcBef>
              <a:defRPr sz="1200">
                <a:solidFill>
                  <a:srgbClr val="CBD5E1"/>
                </a:solidFill>
              </a:defRPr>
            </a:pPr>
            <a:r>
              <a:t>Project Guide: Mr. Adil Narakkoden, Assistant Professor</a:t>
            </a:r>
          </a:p>
          <a:p>
            <a:pPr algn="ctr">
              <a:spcBef>
                <a:spcPts val="400"/>
              </a:spcBef>
              <a:defRPr sz="1200">
                <a:solidFill>
                  <a:srgbClr val="93C5FD"/>
                </a:solidFill>
              </a:defRPr>
            </a:pPr>
            <a:r>
              <a:t>Department of Computer Applications — MEA Engineering College, Perinthalmanna</a:t>
            </a:r>
          </a:p>
          <a:p>
            <a:pPr algn="ctr">
              <a:defRPr sz="1100">
                <a:solidFill>
                  <a:srgbClr val="94A3B8"/>
                </a:solidFill>
              </a:defRPr>
            </a:pPr>
            <a:r>
              <a:t>APJ Abdul Kalam Technological University (KTU)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