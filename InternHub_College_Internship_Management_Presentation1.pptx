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2" r:id="rId6"/>
    <p:sldId id="260" r:id="rId7"/>
    <p:sldId id="264" r:id="rId8"/>
    <p:sldId id="269" r:id="rId9"/>
    <p:sldId id="270" r:id="rId10"/>
    <p:sldId id="271" r:id="rId11"/>
    <p:sldId id="273" r:id="rId12"/>
    <p:sldId id="27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MCA 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InternHub</a:t>
            </a:r>
          </a:p>
          <a:p>
            <a:pPr>
              <a:defRPr sz="2800" b="1">
                <a:solidFill>
                  <a:srgbClr val="93C5FD"/>
                </a:solidFill>
              </a:defRPr>
            </a:pPr>
            <a:r>
              <a:t>College Internship Management System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A Centralized Web-Based Portal Streamlining Campus Internship Opportunities &amp; Application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93776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SUBMITTED BY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HISANA HAMZA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Register No: MEA25MCA-2010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Master of Computer Applications (MCA)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493776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GUIDANCE &amp; INSTITUTION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Project Guide: Mr. Adil Narakkoden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Professor, Dept. of Computer Applications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MEA Engineering College, Perinthalmanna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Context, purpose, and significance of InternHub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1F3C88"/>
                </a:solidFill>
              </a:defRPr>
            </a:pPr>
            <a:r>
              <a:t>📌 Background &amp; Context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Industry-Academia Bridge: Internships offer students crucial exposure to real-world software workflows, hands-on development, and professional workplace standards.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Fragmented Information: In traditional college settings, opportunities are circulated haphazardly across notice boards, disparate messaging channels, and forwarded emails.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Lack of Direct Tracking: Students frequently lose track of their application status and deadlines, while placement coordinators struggle with disorganized records.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Administrative Overload: Manually gathering resumes, filtering applicants, and publishing updates via spreadsheets causes significant communication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🚀 InternHub Solution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Centralized Campus Portal: A unified, responsive web portal bringing verified internship listings directly to students in an accessible, structured environment.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Seamless Student Journey: Enables students to register, manage profiles, search listings using multi-field keywords, and apply with a single click.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Automated Feedback Loop: Eliminates uncertainty by providing live application tracking (Pending, Under Review, Shortlisted, Selected, Rejected) and in-app alerts.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Robust Administrative Control: Provides staff and coordinators full control via Django's secure admin interface to moderate listings and track candidates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Core strategic goals addressed by the InternHub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🎯 Centralize Opportunity Discovery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Provide a single authoritative platform where verified company internships are listed with comprehensive details (stipend, duration, location, required skills, and deadline).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⚡ Streamline Online Applications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Eliminate manual paperwork and email submissions by providing a quick, authenticated one-click application process directly linked to student academic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📊 Real-Time Application Tracking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Offer students complete transparency into their application journey through a dynamic dashboard displaying real-time statuses (Pending, Shortlisted, Selected, Rejected).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🛡️ Ensure Strict Data Integrity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Enforce database-level unique constraints to prevent duplicate applications for the same opening, ensuring clean, fair, and reliable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🔔 Instant Notification Mechanism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Keep students informed immediately about their submission confirmations and subsequent status transitions through an integrated in-app notification center.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⚙️ Empower Placement Coordinators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Provide administrative personnel with robust CRUD capabilities for managing job listings, monitoring registered students, and reviewing applications seamlessly.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Comprehensive capabilities designed for students and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🔐 Secure Student Authentication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Secure sign-up and login mechanism powered by Django Auth, featuring hashed passwords and protected student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🔎 Smart Keyword Search Filter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Dynamic multi-attribute query engine filtering postings by job title, company name, location, and specific required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⚡ 1-Click Application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Instant application submission associating verified student profile with targeted opening, complete with duplicate submission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📊 Real-Time Analytics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Intuitive dashboard providing interactive count cards for Total, Pending, Selected, and Rejected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🔔 In-App Notification Center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Automated alert generation for application submissions and coordinator status changes, with read/unread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🛠️ Comprehensive Admin Panel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Powerful administrative back-office for creating/editing postings, reviewing student data, and updating recruitment statuses.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System vs.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Comparative analysis highlighting key operational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❌ Existing System (Manual / Fragmented)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Scattered Information Channels: Opportunities announced randomly across WhatsApp, physical boards, and forwarded departmental emails.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Paper-Based / Email Applications: Resumes submitted physically or to cluttered inboxes, leading to lost records and formatting inconsistencies.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No Real-Time Visibility: Students have no mechanism to track their application status; candidates remain uncertain about outcomes.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High Duplicate Risk: Students accidentally apply multiple times, creating redundant records and cluttering recruiter review queues.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Heavy Administrative Burden: Staff spend excessive hours manually verifying applicant data, logging entries in spreadsheets, and notifying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15803D"/>
                </a:solidFill>
              </a:defRPr>
            </a:pPr>
            <a:r>
              <a:t>✅ Proposed System (InternHub Portal)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Single Centralized Hub: All campus internship drives organized in one standardized digital catalog with full parameters and deadlines.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1-Click Authenticated Application: Direct digital submission connecting candidate profile to the internship with automatic timestamping.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Dynamic Status Tracking: Live student dashboard showcasing distinct stages: Pending, Under Review, Shortlisted, Selected, Rejected.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Zero Duplication Guarantee: Database-enforced unique constraints strictly prevent repeated applications for the same opening.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Streamlined Management &amp; Alerts: Dedicated admin console for instant status moderation paired with automated in-app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Module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Functional segregation of the InternHub web application into core subsystems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Module 1: User Management &amp; Authentication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Handles student account creation, profile management, credentials verification, secure session control, and personal student dashboard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0632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Module 2: Internship Discovery &amp; Search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Provides dynamic cataloging of all available internship postings with multi-field search filters (title, company, location, skills) and full detail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66744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Module 3: Application Engine &amp; Duplicate Guard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Manages the one-click student application submission process, validates duplicate restrictions, and records application timestamps.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62856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Module 4: Real-Time Tracking &amp; Notifications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Tracks student applications through recruitment stages and generates automatic in-app alerts whenever statuses are updated by coordinators.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58968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Module 5: Admin Management &amp; Moderation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Provides privileged faculty and placement coordinators with tools to post internships, review applicant pools, and update hiring statuses.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Tables: Student &amp;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Schema specifications, field types, and integrity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TABLE 1: Student (user_management_student)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5029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</a:tblGrid>
              <a:tr h="53557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1F3C88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BIGINT /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auth_user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VARCHAR(254)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course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TABLE 2: Internship (internships_internship)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377440"/>
          <a:ext cx="5029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920240"/>
              </a:tblGrid>
              <a:tr h="37490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BIGINT /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VARCHAR(200)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company_name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stipend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skills_required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VARCHAR(300)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application_deadline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Tables: Application &amp;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Schema specifications, foreign key linkages, and status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TABLE 3: Application (internships_application)</a:t>
            </a:r>
          </a:p>
          <a:p>
            <a:pPr>
              <a:spcBef>
                <a:spcPts val="800"/>
              </a:spcBef>
              <a:defRPr sz="950" b="1">
                <a:solidFill>
                  <a:srgbClr val="E11D48"/>
                </a:solidFill>
              </a:defRPr>
            </a:pPr>
            <a:r>
              <a:t>* Enforces UniqueConstraint: ['student', 'internship'] to prohibit duplicate entries.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5029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2194560"/>
              </a:tblGrid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BIGINT /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student_id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Student (CASCADE)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internship_id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Internship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applied_at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NULL, auto_now_add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'Pending' [Choices: Pending, Under Review, Shortlisted, Selected, Rejected]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TABLE 4: Notification (internships_notification)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377440"/>
          <a:ext cx="50292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2194560"/>
              </a:tblGrid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BIGINT /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student_id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Student (CASCADE)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is_read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DEFAULT: 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NULL, auto_now_add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Tools, frameworks, and programming environments powering InternHub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🐍 Backend Language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Python 3.9+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Core server-side language chosen for its clean syntax, readability, extensive ecosystem, and exceptional web framework maturity.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🌐 Web Framework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Django 4.2 LTS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High-level 'batteries-included' Python web framework providing built-in ORM, Admin console, CSRF protection, and session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🗄️ Relational Database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MySQL &amp; SQLite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MySQL 8.x configured for production data persistence; SQLite utilized for rapid unit testing and local development agility.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🎨 Frontend UI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HTML5 &amp; CSS3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Custom modern, responsive UI design featuring CSS grid/flexbox cards, dynamic status badges, and responsive layouts for mobile and desktop.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📦 Libraries &amp; Tools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PyMySQL / Forms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PyMySQL / mysqlclient database driver, Django Form validation libraries, Python-pptx for documentation, and Git for version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💻 Development Environment</a:t>
            </a:r>
          </a:p>
          <a:p>
            <a:pPr>
              <a:spcBef>
                <a:spcPts val="300"/>
              </a:spcBef>
              <a:defRPr sz="1200" b="1">
                <a:solidFill>
                  <a:srgbClr val="2563EB"/>
                </a:solidFill>
              </a:defRPr>
            </a:pPr>
            <a:r>
              <a:t>VS Code &amp; Powershell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Visual Studio Code with Python linting &amp; debugging, Django manage.py command-line tools, and virtual environments (venv).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Strategic expansion roadmap to scale InternHub into an enterprise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🤖 AI Resume Parser &amp; Matcher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Integrate NLP to parse student resumes (PDF/DOCX), extract key skills, and recommend the best-matching internships automatically using ML similarity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🏢 Dedicated Recruiter / Company Portal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Expand the platform beyond college admins to allow verified company HRs to create postings, review applicant pools, and shortlist candidates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92024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📅 Integrated Interview Scheduling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Add an interactive scheduling calendar with Google Calendar / Zoom / WebRTC integration for scheduling and conducting virtual interviews.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📱 Native Mobile Application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Develop cross-platform mobile apps using Flutter or React Native to provide push notifications, mobile application tracking, and instant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📩 Automated Email &amp; SMS Alerts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Integrate Celery background workers with SendGrid / Twilio to send instant SMS and email alerts whenever application statuses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60520"/>
            <a:ext cx="347472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300" b="1">
                <a:solidFill>
                  <a:srgbClr val="1F3C88"/>
                </a:solidFill>
              </a:defRPr>
            </a:pPr>
            <a:r>
              <a:t>🎓 Digital Certificate Issuance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Implement automated, cryptographically verifiable digital certificate generation upon successful completion of an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93C5FD"/>
                </a:solidFill>
              </a:defRPr>
            </a:pPr>
            <a:r>
              <a:t>Questions &amp; Answers / Discussion</a:t>
            </a:r>
          </a:p>
          <a:p>
            <a:pPr algn="ctr"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InternHub — College Internship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114800"/>
            <a:ext cx="7619695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HISANA HAMZA  |  Register No: MEA25MCA-2010</a:t>
            </a:r>
          </a:p>
          <a:p>
            <a:pPr algn="ctr"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Project Guide: Mr. Adil Narakkoden, Assistant Professor</a:t>
            </a:r>
          </a:p>
          <a:p>
            <a:pPr algn="ctr">
              <a:spcBef>
                <a:spcPts val="400"/>
              </a:spcBef>
              <a:defRPr sz="1200">
                <a:solidFill>
                  <a:srgbClr val="93C5FD"/>
                </a:solidFill>
              </a:defRPr>
            </a:pPr>
            <a:r>
              <a:t>Department of Computer Applications — MEA Engineering College, Perinthalmanna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APJ Abdul Kalam Technological University (KTU)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10720</Words>
  <Application>WPS Presentation</Application>
  <PresentationFormat>On-screen Show (4:3)</PresentationFormat>
  <Paragraphs>382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Hisana Hamza</cp:lastModifiedBy>
  <cp:revision>4</cp:revision>
  <dcterms:created xsi:type="dcterms:W3CDTF">2013-01-27T09:14:00Z</dcterms:created>
  <dcterms:modified xsi:type="dcterms:W3CDTF">2026-09-08T10:02:49Z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31807237C4E549C999E116FCA0CC2E91_13</vt:lpwstr>
  </property>
</Properties>
</file>